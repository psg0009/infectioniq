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D3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Problem: Hospital Infections Kill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18288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99,000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die annually from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Surgical Site Infections (SSIs)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1097280"/>
            <a:ext cx="2011680" cy="18288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1280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$28B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480560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healthcare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0" y="1097280"/>
            <a:ext cx="2011680" cy="182880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280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675120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hygiene 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prevention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Problem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can't accurately measure hand hygiene compliance.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Observers change behavior. Badges get lost. And nobody knows if poor hygiene caused a specific infection.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Customer: Hospital Infection Prevention Teams &amp; OR Directors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D3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 from infection preventionists &amp; OR staff: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25880"/>
            <a:ext cx="73152" cy="137160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Conducted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874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CDC and WHO guidelines on HAI prevention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 existing solutions (BioVigil, SwipeSense)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Studied academic literature on hand hygiene monitoring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0" y="1325880"/>
            <a:ext cx="411480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325880"/>
            <a:ext cx="73152" cy="137160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4630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Gap Identified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00600" y="1828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existing system tracks what happens AFTER hand sanitization — contamination from touching phones, equipment, or non-sterile surfaces goes undetected.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880360"/>
            <a:ext cx="265176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3600" dirty="0"/>
          </a:p>
        </p:txBody>
      </p:sp>
      <p:sp>
        <p:nvSpPr>
          <p:cNvPr id="16" name="Text 12"/>
          <p:cNvSpPr/>
          <p:nvPr/>
        </p:nvSpPr>
        <p:spPr>
          <a:xfrm>
            <a:off x="640080" y="3246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systems have 30-40% loss rates. Staff forget them, they break, or they're shared between people.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008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Infection Preventionist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46120" y="2880360"/>
            <a:ext cx="265176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5"/>
          <p:cNvSpPr/>
          <p:nvPr/>
        </p:nvSpPr>
        <p:spPr>
          <a:xfrm>
            <a:off x="342900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3600" dirty="0"/>
          </a:p>
        </p:txBody>
      </p:sp>
      <p:sp>
        <p:nvSpPr>
          <p:cNvPr id="20" name="Text 16"/>
          <p:cNvSpPr/>
          <p:nvPr/>
        </p:nvSpPr>
        <p:spPr>
          <a:xfrm>
            <a:off x="3429000" y="3246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observers are present, compliance jumps to 90%. When they leave, it drops to 40%. We never see true behavior.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42900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OR Director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035040" y="2880360"/>
            <a:ext cx="265176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19"/>
          <p:cNvSpPr/>
          <p:nvPr/>
        </p:nvSpPr>
        <p:spPr>
          <a:xfrm>
            <a:off x="621792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E6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3600" dirty="0"/>
          </a:p>
        </p:txBody>
      </p:sp>
      <p:sp>
        <p:nvSpPr>
          <p:cNvPr id="24" name="Text 20"/>
          <p:cNvSpPr/>
          <p:nvPr/>
        </p:nvSpPr>
        <p:spPr>
          <a:xfrm>
            <a:off x="6217920" y="3246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patient gets an SSI, we can never trace it back to a specific hygiene failure. It's impossible to improve what we can't measure.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21792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Chief Medical Officer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D3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 / MVP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PredictoHygiene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infection risk BEFORE surgery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analyzes patient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Wound class, surgery type, team history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risk score (0-100%)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Guides precaution levels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TouchTrace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contamination DURING surgery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- no badges needed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entry, sanitization, touches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contamination alerts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3931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087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Detection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1508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892808"/>
            <a:ext cx="3931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892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Tracking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49440" y="18928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276856"/>
            <a:ext cx="3931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2768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Prediction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22768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XGBoost/ONNX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660904"/>
            <a:ext cx="3931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6609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26609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044952"/>
            <a:ext cx="3931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0449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30449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429000"/>
            <a:ext cx="3931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4290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34290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54880" y="4343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camera detection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D3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InfectionIQ Wins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411480"/>
          </a:xfrm>
          <a:prstGeom prst="rect">
            <a:avLst/>
          </a:prstGeom>
          <a:solidFill>
            <a:srgbClr val="1B283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1828800" cy="411480"/>
          </a:xfrm>
          <a:prstGeom prst="rect">
            <a:avLst/>
          </a:prstGeom>
          <a:solidFill>
            <a:srgbClr val="1B283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Systems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0" y="1005840"/>
            <a:ext cx="1828800" cy="411480"/>
          </a:xfrm>
          <a:prstGeom prst="rect">
            <a:avLst/>
          </a:prstGeom>
          <a:solidFill>
            <a:srgbClr val="1B283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Audits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0" y="1005840"/>
            <a:ext cx="1828800" cy="411480"/>
          </a:xfrm>
          <a:prstGeom prst="rect">
            <a:avLst/>
          </a:prstGeom>
          <a:solidFill>
            <a:srgbClr val="4ECDC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InfectionIQ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27432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Monitoring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badges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141732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observers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141732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Vision-only 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828800"/>
            <a:ext cx="27432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Alerts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182880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828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182880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828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 ✗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182880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828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240280"/>
            <a:ext cx="27432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Contamination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224028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✗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224028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✗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224028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2651760"/>
            <a:ext cx="27432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Case-Level Tracking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0" y="265176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✗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0" y="265176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✗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58000" y="265176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✓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3063240"/>
            <a:ext cx="27432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to Outcomes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0" y="306324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✗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0" y="306324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✗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58000" y="306324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✓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3474720"/>
            <a:ext cx="27432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3474720"/>
            <a:ext cx="27432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Behavior Change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0" y="347472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0" y="3474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✗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29200" y="347472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3474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✗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58000" y="347472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58000" y="3474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✓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InfectionIQ Difference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57200" y="4297680"/>
            <a:ext cx="2651760" cy="73152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6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434840"/>
            <a:ext cx="457200" cy="457200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109728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Hardware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1097280" y="4681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existing OR cameras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3291840" y="4297680"/>
            <a:ext cx="2651760" cy="73152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6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4434840"/>
            <a:ext cx="457200" cy="457200"/>
          </a:xfrm>
          <a:prstGeom prst="rect">
            <a:avLst/>
          </a:prstGeom>
        </p:spPr>
      </p:pic>
      <p:sp>
        <p:nvSpPr>
          <p:cNvPr id="66" name="Text 62"/>
          <p:cNvSpPr/>
          <p:nvPr/>
        </p:nvSpPr>
        <p:spPr>
          <a:xfrm>
            <a:off x="393192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Compliance</a:t>
            </a:r>
            <a:endParaRPr lang="en-US" sz="1200" dirty="0"/>
          </a:p>
        </p:txBody>
      </p:sp>
      <p:sp>
        <p:nvSpPr>
          <p:cNvPr id="67" name="Text 63"/>
          <p:cNvSpPr/>
          <p:nvPr/>
        </p:nvSpPr>
        <p:spPr>
          <a:xfrm>
            <a:off x="3931920" y="4681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Hawthorne effect</a:t>
            </a:r>
            <a:endParaRPr lang="en-US" sz="1000" dirty="0"/>
          </a:p>
        </p:txBody>
      </p:sp>
      <p:sp>
        <p:nvSpPr>
          <p:cNvPr id="68" name="Shape 64"/>
          <p:cNvSpPr/>
          <p:nvPr/>
        </p:nvSpPr>
        <p:spPr>
          <a:xfrm>
            <a:off x="6126480" y="4297680"/>
            <a:ext cx="2651760" cy="73152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6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434840"/>
            <a:ext cx="457200" cy="457200"/>
          </a:xfrm>
          <a:prstGeom prst="rect">
            <a:avLst/>
          </a:prstGeom>
        </p:spPr>
      </p:pic>
      <p:sp>
        <p:nvSpPr>
          <p:cNvPr id="70" name="Text 65"/>
          <p:cNvSpPr/>
          <p:nvPr/>
        </p:nvSpPr>
        <p:spPr>
          <a:xfrm>
            <a:off x="676656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It's Too Late</a:t>
            </a:r>
            <a:endParaRPr lang="en-US" sz="1200" dirty="0"/>
          </a:p>
        </p:txBody>
      </p:sp>
      <p:sp>
        <p:nvSpPr>
          <p:cNvPr id="71" name="Text 66"/>
          <p:cNvSpPr/>
          <p:nvPr/>
        </p:nvSpPr>
        <p:spPr>
          <a:xfrm>
            <a:off x="6766560" y="4681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intervention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D3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16459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$3B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Infection Control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005840"/>
            <a:ext cx="2560320" cy="1645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$25-50K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8328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Surgical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Infection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560320" cy="164592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6,000+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12648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Hospitals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1965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(infection prevention budget)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systems &amp; ASCs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 Pay?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3291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penalties for HAIs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Liability reduction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reporting requirements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0" y="3291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$500-1,000 / OR / month SaaS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Implementation fee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Analytics add-ons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Target: 10 hospitals × 5 ORs × $750/mo = $450K ARR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7863840" cy="4114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63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Preventing just 2 SSIs per year pays for the entire system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D3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 &amp; The Ask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We'd Validate With More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755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95%+ true positive rate in real OR conditions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402336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331720"/>
            <a:ext cx="457200" cy="45720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Compliance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578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HIPAA-compliant edge processing, no video stored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Integration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401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EMR integration and workflow fit with OR teams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402336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977640"/>
            <a:ext cx="457200" cy="45720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 Correlation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224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hygiene events to patient outcomes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960120"/>
            <a:ext cx="4023360" cy="365760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457200" cy="4572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39496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Ask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84632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seeking a pilot hospital partner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846320" y="21945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operating rooms for initial deployment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infection prevention team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3-month validation period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 to hospital IT and compliance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84632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return, we offer: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4632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3-month pilot + dedicated support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84632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Uncertainties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46320" y="4160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placement • OR lighting • Staff acceptance • FDA pathway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InfectionIQ  •  USC Origin Weekend 2026  •  Thank You!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InfectionIQ - AI-Powered Surgical Infection Prevention</dc:title>
  <dc:subject>Origin Weekend Pitch Deck</dc:subject>
  <dc:creator>Team InfectionIQ</dc:creator>
  <cp:lastModifiedBy>Team InfectionIQ</cp:lastModifiedBy>
  <cp:revision>1</cp:revision>
  <dcterms:created xsi:type="dcterms:W3CDTF">2026-01-25T20:26:10Z</dcterms:created>
  <dcterms:modified xsi:type="dcterms:W3CDTF">2026-01-25T20:26:10Z</dcterms:modified>
</cp:coreProperties>
</file>